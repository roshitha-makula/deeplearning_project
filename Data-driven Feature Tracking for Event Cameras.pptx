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5a5317a0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5a5317a0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Times New Roman"/>
                <a:ea typeface="Times New Roman"/>
                <a:cs typeface="Times New Roman"/>
                <a:sym typeface="Times New Roman"/>
              </a:rPr>
              <a:t>Data-driven Feature Tracking for Event Cameras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33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Jeevan Tubinakere Govindaraju</a:t>
            </a:r>
            <a:endParaRPr b="1" sz="12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001316202</a:t>
            </a:r>
            <a:endParaRPr b="1" sz="12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Opportunities for Future Advancements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Scene Adaptation: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Update the tracker to follow objects that move or change quickly, so it works better in real-life, busy settings.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Self-Supervision: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Develop ways for the tracker to learn without needing exact camera positions, making it easier to use in different places and situations.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