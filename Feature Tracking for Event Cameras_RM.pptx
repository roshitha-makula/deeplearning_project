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4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2b4014eb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2b4014eb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214437"/>
            <a:ext cx="8520600" cy="20716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 u="sng" dirty="0"/>
              <a:t>Feature Tracking for Event Cameras</a:t>
            </a:r>
            <a:endParaRPr sz="3600" b="1" u="sng"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ROSHITHA MAKULA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(001292953)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and different approach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An innovative solution could involve developing an </a:t>
            </a:r>
            <a:r>
              <a:rPr lang="en-IN" b="1" dirty="0"/>
              <a:t>adaptive, multi-sensor fusion tracking system</a:t>
            </a:r>
            <a:r>
              <a:rPr lang="en-IN" dirty="0"/>
              <a:t> that combines the event-based feature tracking detailed in the paper with complementary data sources like LiDAR or infrared sensors. This hybrid approach can improve tracking robustness in dynamic, low-light, or complex environments, addressing one of the limitations noted in the current method.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Robustness</a:t>
            </a:r>
            <a:r>
              <a:rPr lang="en-IN" dirty="0"/>
              <a:t> in diverse lighting and motion conditions. </a:t>
            </a:r>
            <a:r>
              <a:rPr lang="en-IN" b="1" dirty="0"/>
              <a:t>Reduced reliance on a single sensor type</a:t>
            </a:r>
            <a:r>
              <a:rPr lang="en-IN" dirty="0"/>
              <a:t>, which mitigates the limitations inherent in each (e.g., motion blur in event cameras or depth ambiguity in LiDAR).</a:t>
            </a:r>
            <a:endParaRPr lang="e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113</Words>
  <Application>Microsoft Office PowerPoint</Application>
  <PresentationFormat>On-screen Show 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Feature Tracking for Event Cameras </vt:lpstr>
      <vt:lpstr>Better and different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Tracking for Event Cameras </dc:title>
  <cp:lastModifiedBy>BhargavReddy duddugunta</cp:lastModifiedBy>
  <cp:revision>2</cp:revision>
  <dcterms:modified xsi:type="dcterms:W3CDTF">2024-11-08T00:11:19Z</dcterms:modified>
</cp:coreProperties>
</file>